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ArcLM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DB0D0"/>
                </a:solidFill>
                <a:latin typeface="Calibri"/>
              </a:defRPr>
            </a:pPr>
            <a:r>
              <a:t>Compacte Python-toolkit voor taalmodel-workflows:</a:t>
            </a:r>
            <a:br/>
            <a:r>
              <a:t>data, tokenizers, optionele training, Hugging Face, agents en beveiliging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D6C3"/>
                </a:solidFill>
                <a:latin typeface="Calibri"/>
              </a:defRPr>
            </a:pPr>
            <a:r>
              <a:t>pip install arclm   Â·   PyPI 2.0.0   Â·   Apache-2.0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Python 3.9â€“3.14  Â·  Kern ~50 MB  Â·  PyTorch optioneel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Wat doet ArcLM?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B0D0"/>
                </a:solidFill>
                <a:latin typeface="Calibri"/>
              </a:defRPr>
            </a:pPr>
            <a:r>
              <a:t>Concrete mogelijkheden (geen marketing)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Lokale tekst-datasets laden, valideren, opschonen en dedupliceren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Tokenizen: word-level of SentencePiece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Native mini-GPT trainen (optioneel PyTorch)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Hugging Face causale modellen laden achter Ã©Ã©n interface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Fine-tuning (SFT), optioneel met LoRA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Evalueren: accuracy / loss / perplexity + rapportages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Gebonden tool-calling agents zonder GPU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Geheimen verbergen, artefacten versleutelen/ondertekenen, security-status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Lokale experiment-run tracking (runs, metrics, seeds) â€” geen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Problemen die ArcLM oplost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21792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Probleem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Antwoord van ArcLM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Install voor â€˜even een API proberenâ€™ trekt honderden MB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Kern = NumPy + SentencePiece; torch achter [train]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Docs gaan uit van GPU + multi-GB downloads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CPU-first voorbeelden; verified suite zonder netwerk/GPU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Onduidelijk hoe data â†’ tokens â†’ model â†’ eval loopt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Kleine leesbare pakketten; inspect_text traces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Educatiecode en app-code in aparte werelden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Zelfde package voor Lab-scripts en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Voor wie is ArcLM?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474720"/>
          </a:xfrm>
          <a:prstGeom prst="rect">
            <a:avLst/>
          </a:prstGeom>
          <a:solidFill>
            <a:srgbClr val="F4F7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Docenten &amp; studenten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Laptop, beperkte bandbreedte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Geen GPU-cluster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Verified examples offline op CPU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63040"/>
            <a:ext cx="3474720" cy="3474720"/>
          </a:xfrm>
          <a:prstGeom prst="rect">
            <a:avLst/>
          </a:prstGeom>
          <a:solidFill>
            <a:srgbClr val="F4F7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App-ontwikkelaars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HF-modellen laden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Agents + tools zonder torch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Security-helpers voor 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63040"/>
            <a:ext cx="3474720" cy="3474720"/>
          </a:xfrm>
          <a:prstGeom prst="rect">
            <a:avLst/>
          </a:prstGeom>
          <a:solidFill>
            <a:srgbClr val="F4F7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Onderzoekers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Lichte toolkit inembedden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Trainen alleen als nodig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Blocks voor subset-install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5100"/>
                </a:solidFill>
                <a:latin typeface="Calibri"/>
              </a:defRPr>
            </a:pPr>
            <a:r>
              <a:t>Niet de bedoeling: ChatGPT-concurrent, model-zoo, of multi-node productieplatform.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Ontwerpprincipes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Licht als default â€” import arclm laadt geen torch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Leesbare bron â€” pakketten klein genoeg om te studeren; geen 10k-regels trainer als enige pad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Eerlijke grenzen â€” native model is educatief; docs en voorbeelden zeggen dat ook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Security fail-closed â€” ontbrekende sleutel/extra = duidelijke OptionalDependencyError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Geverifieerde voorbeelden â€” maintained suite draait offline op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Installatie in drie niveaus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5E20"/>
                </a:solidFill>
                <a:latin typeface="Calibri"/>
              </a:defRPr>
            </a:pPr>
            <a:r>
              <a:t>1 â€” Kern (geen PyTorch, ~50 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onsolas"/>
              </a:defRPr>
            </a:pPr>
            <a:r>
              <a:t>pip install arclm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2 â€” Training-stack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onsolas"/>
              </a:defRPr>
            </a:pPr>
            <a:r>
              <a:t>pip install "arclm[train]"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3 â€” Hugging Face inferentie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onsolas"/>
              </a:defRPr>
            </a:pPr>
            <a:r>
              <a:t>pip install "arclm[hf]"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CPU-only torch eerst (optioneel):</a:t>
            </a:r>
            <a:br/>
            <a:r>
              <a:t>pip install torch --index-url https://download.pytorch.org/whl/cpu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5100"/>
                </a:solidFill>
                <a:latin typeface="Calibri"/>
              </a:defRPr>
            </a:pPr>
            <a:r>
              <a:t>Let op: package-naam is arclm (niet arclm met twee Lâ€™s)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Eerste resultaat in seconden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  <a:latin typeface="Consolas"/>
              </a:defRPr>
            </a:pPr>
            <a:r>
              <a:t>from arclm.tokenizers import Tokenizer</a:t>
            </a:r>
            <a:br/>
            <a:r>
              <a:t>from arclm.configs import create_config</a:t>
            </a:r>
            <a:br/>
            <a:r>
              <a:t>from arclm.security import redact_sensitive_text</a:t>
            </a:r>
            <a:br/>
            <a:br/>
            <a:r>
              <a:t>config = create_config(embed_dim=32, block_size=16, device="cpu")</a:t>
            </a:r>
            <a:br/>
            <a:r>
              <a:t>tok = Tokenizer(max_vocab=64)</a:t>
            </a:r>
            <a:br/>
            <a:r>
              <a:t>tok.build("arc lm trains tiny models on local text about language models")</a:t>
            </a:r>
            <a:br/>
            <a:r>
              <a:t>print(tok.encode_text("arc lm trains"))  # [2, 3, 4]</a:t>
            </a:r>
            <a:br/>
            <a:r>
              <a:t>print(redact_sensitive_text("api_key=sk-test-123"))</a:t>
            </a:r>
            <a:br/>
            <a:r>
              <a:t># api_key=[REDACTED]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  <a:latin typeface="Calibri"/>
              </a:defRPr>
            </a:pPr>
            <a:r>
              <a:t>Geen GPU Â· geen download Â· geen torch in dit voorbeeld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Echte projecten in examples/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B0D0"/>
                </a:solidFill>
                <a:latin typeface="Calibri"/>
              </a:defRPr>
            </a:pPr>
            <a:r>
              <a:t>Van nul en met open-source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389120"/>
          </a:xfrm>
          <a:prstGeom prst="rect">
            <a:avLst/>
          </a:prstGeom>
          <a:solidFill>
            <a:srgbClr val="F4F7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14_translator_from_scratch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ENâ†’NL vertaler trainen vanaf nul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Alleen arclm-publieke APIâ€™s (geen import torch)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20 paarparen Â· loss 3.9 â†’ 1.4 in ~11s CPU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Leerzaam, niet competitief met productie-NMT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python examples/14_translator_from_scratch/main.py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389120"/>
          </a:xfrm>
          <a:prstGeom prst="rect">
            <a:avLst/>
          </a:prstGeom>
          <a:solidFill>
            <a:srgbClr val="F4F7FB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CC"/>
                </a:solidFill>
                <a:latin typeface="Calibri"/>
              </a:defRPr>
            </a:pPr>
            <a:r>
              <a:t>14_translator_open_source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Vertalen met open-source instruct-model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load_any_model + .chat() / .predict()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Standaard: SmolLM2-135M-Instruct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Eerste run: download naar HF-cache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â€¢ pip install arclm[hf]  +  TRANSLATOR_MODEL=...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8 /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Wat ArcLM niet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B0D0"/>
                </a:solidFill>
                <a:latin typeface="Calibri"/>
              </a:defRPr>
            </a:pPr>
            <a:r>
              <a:t>Eerlijke grenzen bouwen vertrouwen 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Geen competitieve algemene chat-LLM op zichzelf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Geen vervanging van Hugging Face als model-hub-client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Geen productie multi-node trainings- of servingplatform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</a:pPr>
            <a:r>
              <a:t>â€¢ Geen garantie op kwaliteit voor elk Hub-model â€” compatibiliteit is per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5100"/>
                </a:solidFill>
                <a:latin typeface="Calibri"/>
              </a:defRPr>
            </a:pPr>
            <a:r>
              <a:t>Het native model is een lesmodel (duizenden parameters), geen ChatGPT.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Positionering (zonder marketingclaims)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â€¢ vs Hugging Face alleen: ArcLM laadt HF-modellen Ã©n levert tokenizers, data-tools, mini-model, agents, security met lichte kern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â€¢ vs grote trainingsframeworks: geen productie multi-node stack; trainer is klein en leesbaar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â€¢ vs notebook-tutorials: versieerd PyPI-pakket, CLI, tests, CI, security-laag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Calibri"/>
              </a:defRPr>
            </a:pPr>
            <a:r>
              <a:t>Geen prestatie-benchmarks beloofd die niet gemeten zijn.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Wat je realistisch kunt bereiken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In seconden installeren en meteen data/tokenizen/valideren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Een klein publiek HF-model laden en op CPU genereren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Een mini-trainings-smoketest uitvoeren in seconden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Een lokale agent bouwen met getypeerde tools (geen API-key in het voorbeeld)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  <a:latin typeface="Calibri"/>
              </a:defRPr>
            </a:pPr>
            <a:r>
              <a:t>â€¢ Redactie en ondertekende manifests integreren in je eigen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ArcLM 2.0 Â· Apache-2.0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DB0D0"/>
                </a:solidFill>
                <a:latin typeface="Calibri"/>
              </a:defRPr>
            </a:pPr>
            <a:r>
              <a:t>Start licht. Laad een model wanneer je het nodig hebt.</a:t>
            </a:r>
            <a:br/>
            <a:r>
              <a:t>Lees de bron wanneer je het wilt begrijpen.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DD6C3"/>
                </a:solidFill>
                <a:latin typeface="Consolas"/>
              </a:defRPr>
            </a:pPr>
            <a:r>
              <a:t>pip install arclm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pypi.org/project/arclm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github.com/Ahmad-Al-Dibo/ArcLM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